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perce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1009955"/>
            <a:ext cx="677570" cy="6775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 ·  STREAMING AGGREGATION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Negative-Event Rate Query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returns and cancellations into a live, per-category, per-window health metric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gold_returns_df  →  gold_negative_event_rate_to_json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query sits in the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— this is the second of two gold-layer aggregations built on the same silver stream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raw_stream_df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events, as read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94760" y="24688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6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silver_df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typed, enriched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is_negative_event flag)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2788920"/>
            <a:ext cx="365760" cy="0"/>
          </a:xfrm>
          <a:prstGeom prst="line">
            <a:avLst/>
          </a:prstGeom>
          <a:noFill/>
          <a:ln w="19050">
            <a:solidFill>
              <a:srgbClr val="9AA7B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EDF1F3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481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1st query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1755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gold_df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20299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total / avg value 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5-min windows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292608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2nd query  (this deck)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3310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gold_returns_df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35844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negative-event rate 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5-min windows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709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4779569"/>
            <a:ext cx="499262" cy="49926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691640" y="4617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gold queries read from the SAME silver_df — but each is an independent writeStream with its own checkpoint and its own JSON sink. Spark re-runs the silver transformations for each one; that's the accepted cost of forking a stream into two stateful aggregations.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this query answers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040880" cy="4709160"/>
          </a:xfrm>
          <a:prstGeom prst="roundRect">
            <a:avLst>
              <a:gd name="adj" fmla="val 1553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181279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37360"/>
            <a:ext cx="5532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any product category having a bad five minutes right now?”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counts, a spike in returns for one category is easy to miss inside the total event volume.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gold_returns_df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raw counts into a </a:t>
            </a:r>
            <a:pPr indent="0" marL="0">
              <a:lnSpc>
                <a:spcPts val="2100"/>
              </a:lnSpc>
              <a:buNone/>
            </a:pPr>
            <a:r>
              <a:rPr lang="en-US" sz="1350" b="1" i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metric an ops dashboard or alert actually wants to threshold on, refreshed every 30 seconds as new data streams in.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49469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478231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item_returned and order_cancelled → grouped as “negative”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52943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29784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category, per 5-minute tumbling window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56418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547725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a percentage of that window's total events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1371600"/>
            <a:ext cx="3703320" cy="4709160"/>
          </a:xfrm>
          <a:prstGeom prst="roundRect">
            <a:avLst>
              <a:gd name="adj" fmla="val 1975"/>
            </a:avLst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753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7532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18.2%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827532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negative_event_rate_pct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5-minute window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75320" y="4206240"/>
            <a:ext cx="3017520" cy="0"/>
          </a:xfrm>
          <a:prstGeom prst="line">
            <a:avLst/>
          </a:prstGeom>
          <a:noFill/>
          <a:ln w="12700">
            <a:solidFill>
              <a:srgbClr val="3A5A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4389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 overall baseline you'd compute separately — this query gives you the per-window, per-category number to compare it against.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query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groupBy(window(...), category)  +  a conditional sum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0" cy="4937760"/>
          </a:xfrm>
          <a:prstGeom prst="roundRect">
            <a:avLst>
              <a:gd name="adj" fmla="val 111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gold_returns_df = (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silver_df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window(col("event_time"),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"5 minutes"),        #  ①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col("category"),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count("*")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.alias("total_events"),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sum(col("is_negative_event")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.cast("int"))           #  ②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.alias("negative_events"),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                    #  ③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"negative_event_rate_pct",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round((col("negative_events")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/ col("total_events"))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* 100, 2)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35240" y="16002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90688" y="1728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1709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window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0" y="2057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5-minute window as the first gold query — buckets rows by event_time, not arrival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32918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0688" y="34198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3401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→ int cast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37490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can't add booleans directly; casting True/False to 1/0 is what makes them summable.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49834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51114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5093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Post-aggregation column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54406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is computed AFTER the groupBy, on the already-aggregated counts — not per-row.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mental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were a batch SQL query instead of a streaming DataFrame, it would read like this: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window_start, window_end, category,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                                             AS total_events,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SUM(CASE WHEN name IN ('item_returned','order_cancelled')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THEN 1 ELSE 0 END)                            AS negative_events,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ROUND(negative_events * 100.0 / total_events, 2)       AS negative_event_rate_pct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silver_events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window(event_time, '5 minutes'), category;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343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4408780"/>
            <a:ext cx="463601" cy="463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42976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sum(boolean.cast("int")) IS the SUM(CASE WHEN...) pattern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50749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just moves the condition earlier — into the is_negative_event boolean column built back in the silver layer — instead of writing it inline in the aggregation.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40690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4343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80" y="4408780"/>
            <a:ext cx="463601" cy="4636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run this SQL on a table?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466344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input never stops arriving. Structured Streaming re-expresses the same logic to run incrementally, one micro-batch at a time, against data still in motion.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lands in the JSON sink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is emitted per (window, category) combination, only after the watermark closes that window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03120"/>
                <a:gridCol w="1828800"/>
                <a:gridCol w="182880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window_start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window_end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negative_events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02:05:00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4572000"/>
            <a:ext cx="621792" cy="62179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4640397"/>
            <a:ext cx="484998" cy="4849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45262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Furniture's 66.67% and Grocery's 50.0% jump out immediately as the categories to investigate in this window — a signal that would be buried in raw counts alongside the healthy Toys row at 0%.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it to its own sink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675120" cy="4846320"/>
          </a:xfrm>
          <a:prstGeom prst="roundRect">
            <a:avLst>
              <a:gd name="adj" fmla="val 1132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GOLD_RETURNS_OUTPUT_PATH = \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"hdfs://.../output/json/gold_negative_event_rate"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GOLD_RETURNS_CHECKPOINT_PATH = \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"hdfs://.../checkpoints/json/gold_negative_event_rate"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gold_returns_query = 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gold_returns_df.writeStream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.format("json")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.option("path", GOLD_RETURNS_OUTPUT_PATH)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.option("checkpointLocation",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GOLD_RETURNS_CHECKPOINT_PATH)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.outputMode("append")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.trigger(processingTime="30 seconds")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.queryName("gold_negative_event_rate_to_json")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.start()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43800" y="1280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150" y="1340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532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checkpoint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75320" y="1581912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shared with the first gold query, the silver sink, or the parquet sink — four independent queries, four checkpoint directories.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43800" y="2880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50" y="29407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320" y="2862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is valid here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75320" y="3182112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safe because a watermark bounds the window — Spark won't emit a row until it's certain that window is final.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543800" y="4480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50" y="45409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4462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trigger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75320" y="4782312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silver's 10-second trigger, since this aggregation only needs to refresh at dashboard-consumption speed.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talking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about this query in an interview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A346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22" y="2028322"/>
            <a:ext cx="442204" cy="442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stream, many stateful sinks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aggregations off the same silver_df, each with its own state store and checkpoint — the natural way to fork a stream.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A3466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322" y="2028322"/>
            <a:ext cx="442204" cy="442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aggregation, streaming-style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2651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sum(boolean.cast("int")) is Spark's answer to SQL's SUM(CASE WHEN...), computed incrementally per micro-batch.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A3466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22" y="4497202"/>
            <a:ext cx="442204" cy="4422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165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derived, not aggregated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negative_event_rate_pct is a withColumn AFTER the groupBy — you can't average a percentage across windows, only compute it from summed counts.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A3466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434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322" y="4497202"/>
            <a:ext cx="442204" cy="4422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4165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needs a watermark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3796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watermark on event_time is what makes it safe to say a window's row is final and emit it exactly once.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2026-08-29T00:28:13Z</dcterms:created>
  <dcterms:modified xsi:type="dcterms:W3CDTF">2026-08-29T00:28:13Z</dcterms:modified>
</cp:coreProperties>
</file>